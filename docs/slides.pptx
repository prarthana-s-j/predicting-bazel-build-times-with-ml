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Arial"/>
              </a:rPr>
              <a:t>Validation R2 by feature offset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R2</c:v>
                </c:pt>
              </c:strCache>
            </c:strRef>
          </c:tx>
          <c:spPr>
            <a:solidFill>
              <a:srgbClr val="4C78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 earlier</c:v>
                  </c:pt>
                  <c:pt idx="1">
                    <c:v>Previous build</c:v>
                  </c:pt>
                  <c:pt idx="2">
                    <c:v>Same build (paper)</c:v>
                  </c:pt>
                  <c:pt idx="3">
                    <c:v>Next build</c:v>
                  </c:pt>
                  <c:pt idx="4">
                    <c:v>2 later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-0.059</c:v>
                </c:pt>
                <c:pt idx="1">
                  <c:v>0.367</c:v>
                </c:pt>
                <c:pt idx="2">
                  <c:v>-0.091</c:v>
                </c:pt>
                <c:pt idx="3">
                  <c:v>-0.055</c:v>
                </c:pt>
                <c:pt idx="4">
                  <c:v>-0.076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-0.2"/>
        </c:scaling>
        <c:delete val="0"/>
        <c:axPos val="l"/>
        <c:majorGridlines>
          <c:spPr>
            <a:ln w="6350" cap="flat">
              <a:solidFill>
                <a:srgbClr val="D0D7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goal: predict Bazel build CPU time, check the paper's pipeline, fix what is wrong, and measure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problem. Target is CPU time in milliseconds taken from the Build Event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30% of builds are near no-op rebuilds of roughly 0.6 s. CSV values were checked against the 500 raw JSON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are taken from the paper. The flat test lines are explained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Alignment: the script checks out HEAD~1, saves that commit's diff, then runs an incremental build, so the build rebuilds the PREVIOUS row's change set. Mechanism inferred from code and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leakage: inputs are prefix, type and their cross only. Scrambling the test targets left saved models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Offsets from alignment_check.csv. Out-of-sample validation R2, ridge alpha 1 with feature cross.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in ms on the original scale. Model A is essentially a constant: validation picked the strongest regularisation, so it is a favourable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axes; dashed line is a perfect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python src/evaluate.py output too if time allows. Prediction is for the next incremental build, given the change set about to be rebuilt.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modest but real improvement; bootstrap interval excludes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</a:rPr>
              <a:t>Bazel build-time prediction | ML Mini-Project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Bazel Build Times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AE49"/>
                </a:solidFill>
              </a:rPr>
              <a:t>Reproduction and improvement of the paper's build-time prediction pipeline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3F7"/>
                </a:solidFill>
              </a:rPr>
              <a:t>UE24CS352A Machine Learning Mini-Project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3F7"/>
                </a:solidFill>
              </a:rPr>
              <a:t>[Name 1, SRN]   [Name 2, SRN]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motivation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Bazel builds and tests large code bases; some builds are slow and use a lot of CPU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Goal: predict the CPU time (ms) of the next build before running 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Inputs: dominant changed-file path prefix and file type (paper's idea)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Why it matters: developers can plan, resources and energy are saved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Our scope: reproduce the paper's approach, check it, correct it, measure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(from the paper's repository)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builds of bazelbuild/bazel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 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CPU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 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maximum (skewed data)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 build: prefix (8 values), type (4 values), CPU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Split in build order: train 299 / validation 100 / test 100, no overlap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 1 (cold start, 44.9 s) dropped; no new data collected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paper's 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Features: most common path prefix + most common file type of the changed files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Feature cross: prefix x type (lets a linear model learn combinations)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Model: TensorFlow linear regression, SGD; metric RMSE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Reported average RMSE: 5736 ms without cross, 5628 ms with cross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Reported test plots: flat lines near 7,500 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Issues in the original implementation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4480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Test model is never trained (predicts 0)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RMSE of predicting 0 = 7,459 ms = the flat line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Validation / test overlap (.loc inclusive)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Row 400 in both, row 300 unused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Features paired with the wrong build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Explain 3.6% of variance (chance up to 8.4%); previous row: 28.0%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Substring matching in extractor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20 of 60 site/ rows labelled C/C++ (not fixable)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Grid search not in the code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Hyperparameters cannot be traced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pipeline: baseline vs corrected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5C6B7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Original CSVs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(prefix, type, CPU)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0" y="11887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B3C5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One-hot + feature cross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1887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B3C5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Ridge regression (alpha on validation)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0" y="11887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B7A7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 once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1495B"/>
                </a:solidFill>
              </a:rPr>
              <a:t>Model A: paper baseline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Build i features  -&gt;  CPU time of build 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(the original pairing)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75"/>
                </a:solidFill>
              </a:rPr>
              <a:t>Model B: corrected pipeline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743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Build i-1 features  -&gt;  CPU time of build 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(change set actually rebuilt)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1"/>
                </a:solidFill>
              </a:rPr>
              <a:t>Same features, same model, same split. Only the pairing differs. Not a new algorithm. Not an exact TensorFlow copy (scikit-learn Ridge).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build's features matter?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2801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the previous build's features give real signal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Computed on train + validation builds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 builds were not used for this check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on the test set (100 builds)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R2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Mean predictor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5821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4299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-0.012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Model A: paper baseline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5818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4299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</a:rPr>
                        <a:t>-0.011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A41"/>
                          </a:solidFill>
                        </a:rPr>
                        <a:t>Model B: corrected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1"/>
                          </a:solidFill>
                        </a:rPr>
                        <a:t>5354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1"/>
                          </a:solidFill>
                        </a:rPr>
                        <a:t>3645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A41"/>
                          </a:solidFill>
                        </a:rPr>
                        <a:t>0.144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Bootstrap gain of B over A: RMSE +464 ms (95% CI 185 to 698); MAE +657 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Gain is real but modest: validation R2 0.40, test R2 0.14.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comes from cheap builds (MAE 1.3 s vs 3.2 s). Expensive builds: B not better.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vs predicted (test builds)</a:t>
            </a:r>
            <a:endParaRPr lang="en-US" sz="2600" dirty="0"/>
          </a:p>
        </p:txBody>
      </p:sp>
      <p:pic>
        <p:nvPicPr>
          <p:cNvPr id="3" name="Image 0" descr="/home/claude/proj/results/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7498080" cy="33284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Model A is almost a flat line. Model B separates cheap builds (site/, src/test) from real rebuilds, but cannot rank the expensive 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solidFill>
            <a:srgbClr val="1B2A41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src/demo.py --list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src/demo.py --prefix src/main --type JAVA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src/demo.py --prefix site/ --type JAVA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src/demo.py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src/main change -&gt; about 4.4 s predicted; site/ change -&gt; about 0.7 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Last command replays test builds: predicted vs actual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 run: preprocessing, training, evaluation take a few seconds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EF3F7"/>
                </a:solidFill>
              </a:rPr>
              <a:t>The paper's test results are from an untrained model; its features were paired with the wrong builds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EF3F7"/>
                </a:solidFill>
              </a:rPr>
              <a:t>After fixing evaluation and pairing: test RMSE 5354 vs 5818 ms, R2 0.14 vs -0.01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EF3F7"/>
                </a:solidFill>
              </a:rPr>
              <a:t>Limits: 500 builds, 100 test builds, coarse features, inferred cause, extractor labelling artefact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EF3F7"/>
                </a:solidFill>
              </a:rPr>
              <a:t>Next: number of changed files, dependency features, more builds and projects, tree models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zel">
  <a:themeElements>
    <a:clrScheme name="Bazel">
      <a:dk1>
        <a:srgbClr val="1B2A41"/>
      </a:dk1>
      <a:lt1>
        <a:srgbClr val="FFFFFF"/>
      </a:lt1>
      <a:dk2>
        <a:srgbClr val="0B3C5D"/>
      </a:dk2>
      <a:lt2>
        <a:srgbClr val="EEF3F7"/>
      </a:lt2>
      <a:accent1>
        <a:srgbClr val="0B7A75"/>
      </a:accent1>
      <a:accent2>
        <a:srgbClr val="D1495B"/>
      </a:accent2>
      <a:accent3>
        <a:srgbClr val="EDAE49"/>
      </a:accent3>
      <a:accent4>
        <a:srgbClr val="4C78A8"/>
      </a:accent4>
      <a:accent5>
        <a:srgbClr val="6B7A8F"/>
      </a:accent5>
      <a:accent6>
        <a:srgbClr val="54A24B"/>
      </a:accent6>
      <a:hlink>
        <a:srgbClr val="0B7A75"/>
      </a:hlink>
      <a:folHlink>
        <a:srgbClr val="6B7A8F"/>
      </a:folHlink>
    </a:clrScheme>
    <a:fontScheme name="Baze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2026-10-08T08:57:42Z</dcterms:created>
  <dcterms:modified xsi:type="dcterms:W3CDTF">2026-10-08T08:57:42Z</dcterms:modified>
</cp:coreProperties>
</file>